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019E5-19E1-45ED-9526-B5F42172258F}" v="4" dt="2026-01-07T08:59:03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ha Shashi" userId="229372199c6b628a" providerId="LiveId" clId="{2DE2A112-8A34-4B17-8D28-D940F04A3BB1}"/>
    <pc:docChg chg="undo custSel addSld modSld sldOrd">
      <pc:chgData name="Lisha Shashi" userId="229372199c6b628a" providerId="LiveId" clId="{2DE2A112-8A34-4B17-8D28-D940F04A3BB1}" dt="2026-01-07T08:59:03.180" v="39" actId="931"/>
      <pc:docMkLst>
        <pc:docMk/>
      </pc:docMkLst>
      <pc:sldChg chg="ord">
        <pc:chgData name="Lisha Shashi" userId="229372199c6b628a" providerId="LiveId" clId="{2DE2A112-8A34-4B17-8D28-D940F04A3BB1}" dt="2026-01-07T08:51:41.634" v="2"/>
        <pc:sldMkLst>
          <pc:docMk/>
          <pc:sldMk cId="0" sldId="261"/>
        </pc:sldMkLst>
      </pc:sldChg>
      <pc:sldChg chg="addSp delSp modSp new mod modClrScheme chgLayout">
        <pc:chgData name="Lisha Shashi" userId="229372199c6b628a" providerId="LiveId" clId="{2DE2A112-8A34-4B17-8D28-D940F04A3BB1}" dt="2026-01-07T08:54:59.314" v="31" actId="20577"/>
        <pc:sldMkLst>
          <pc:docMk/>
          <pc:sldMk cId="2439723708" sldId="263"/>
        </pc:sldMkLst>
        <pc:spChg chg="add mod">
          <ac:chgData name="Lisha Shashi" userId="229372199c6b628a" providerId="LiveId" clId="{2DE2A112-8A34-4B17-8D28-D940F04A3BB1}" dt="2026-01-07T08:54:59.314" v="31" actId="20577"/>
          <ac:spMkLst>
            <pc:docMk/>
            <pc:sldMk cId="2439723708" sldId="263"/>
            <ac:spMk id="2" creationId="{AE8D4327-F704-F235-9C50-C3D7F21032C3}"/>
          </ac:spMkLst>
        </pc:spChg>
        <pc:spChg chg="add mod">
          <ac:chgData name="Lisha Shashi" userId="229372199c6b628a" providerId="LiveId" clId="{2DE2A112-8A34-4B17-8D28-D940F04A3BB1}" dt="2026-01-07T08:54:51.969" v="29" actId="1076"/>
          <ac:spMkLst>
            <pc:docMk/>
            <pc:sldMk cId="2439723708" sldId="263"/>
            <ac:spMk id="3" creationId="{8F3DA745-F7DF-0527-8770-B8F53DBD14B4}"/>
          </ac:spMkLst>
        </pc:spChg>
        <pc:picChg chg="add del">
          <ac:chgData name="Lisha Shashi" userId="229372199c6b628a" providerId="LiveId" clId="{2DE2A112-8A34-4B17-8D28-D940F04A3BB1}" dt="2026-01-07T08:53:31.595" v="19" actId="478"/>
          <ac:picMkLst>
            <pc:docMk/>
            <pc:sldMk cId="2439723708" sldId="263"/>
            <ac:picMk id="5" creationId="{2E61F8BD-61A7-C9EB-A672-ECADDAB7E596}"/>
          </ac:picMkLst>
        </pc:picChg>
      </pc:sldChg>
      <pc:sldChg chg="addSp delSp modSp new mod ord">
        <pc:chgData name="Lisha Shashi" userId="229372199c6b628a" providerId="LiveId" clId="{2DE2A112-8A34-4B17-8D28-D940F04A3BB1}" dt="2026-01-07T08:56:11.519" v="37" actId="931"/>
        <pc:sldMkLst>
          <pc:docMk/>
          <pc:sldMk cId="3543534068" sldId="264"/>
        </pc:sldMkLst>
        <pc:picChg chg="add del mod">
          <ac:chgData name="Lisha Shashi" userId="229372199c6b628a" providerId="LiveId" clId="{2DE2A112-8A34-4B17-8D28-D940F04A3BB1}" dt="2026-01-07T08:55:55.009" v="36" actId="478"/>
          <ac:picMkLst>
            <pc:docMk/>
            <pc:sldMk cId="3543534068" sldId="264"/>
            <ac:picMk id="3" creationId="{26DF644F-6F82-943E-C28D-93CAB9D8B547}"/>
          </ac:picMkLst>
        </pc:picChg>
        <pc:picChg chg="add mod">
          <ac:chgData name="Lisha Shashi" userId="229372199c6b628a" providerId="LiveId" clId="{2DE2A112-8A34-4B17-8D28-D940F04A3BB1}" dt="2026-01-07T08:56:11.519" v="37" actId="931"/>
          <ac:picMkLst>
            <pc:docMk/>
            <pc:sldMk cId="3543534068" sldId="264"/>
            <ac:picMk id="5" creationId="{C885C8E4-D18A-0794-1547-A0B14833E8A0}"/>
          </ac:picMkLst>
        </pc:picChg>
      </pc:sldChg>
      <pc:sldChg chg="addSp modSp new">
        <pc:chgData name="Lisha Shashi" userId="229372199c6b628a" providerId="LiveId" clId="{2DE2A112-8A34-4B17-8D28-D940F04A3BB1}" dt="2026-01-07T08:59:03.180" v="39" actId="931"/>
        <pc:sldMkLst>
          <pc:docMk/>
          <pc:sldMk cId="2837748119" sldId="265"/>
        </pc:sldMkLst>
        <pc:picChg chg="add mod">
          <ac:chgData name="Lisha Shashi" userId="229372199c6b628a" providerId="LiveId" clId="{2DE2A112-8A34-4B17-8D28-D940F04A3BB1}" dt="2026-01-07T08:59:03.180" v="39" actId="931"/>
          <ac:picMkLst>
            <pc:docMk/>
            <pc:sldMk cId="2837748119" sldId="265"/>
            <ac:picMk id="3" creationId="{A5B8736B-B447-FA18-F376-40FE814934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Exploration of System Calls</a:t>
            </a:r>
            <a:br>
              <a:rPr lang="en-IN" dirty="0"/>
            </a:br>
            <a:r>
              <a:rPr lang="en-IN" dirty="0"/>
              <a:t>using Linux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Linux, </a:t>
            </a:r>
            <a:r>
              <a:rPr lang="en-US" b="1" dirty="0"/>
              <a:t>system calls</a:t>
            </a:r>
            <a:r>
              <a:rPr lang="en-US" dirty="0"/>
              <a:t> are the fundamental interface between </a:t>
            </a:r>
            <a:r>
              <a:rPr lang="en-US" b="1" dirty="0"/>
              <a:t>user programs</a:t>
            </a:r>
            <a:r>
              <a:rPr lang="en-US" dirty="0"/>
              <a:t> and the </a:t>
            </a:r>
            <a:r>
              <a:rPr lang="en-US" b="1" dirty="0"/>
              <a:t>Linux kernel</a:t>
            </a:r>
            <a:r>
              <a:rPr lang="en-US" dirty="0"/>
              <a:t>.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System Call?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Interface between user and kernel</a:t>
            </a:r>
            <a:endParaRPr lang="en-IN" dirty="0"/>
          </a:p>
          <a:p>
            <a:r>
              <a:rPr lang="en-US" dirty="0"/>
              <a:t>A </a:t>
            </a:r>
            <a:r>
              <a:rPr lang="en-US" b="1" dirty="0"/>
              <a:t>system call</a:t>
            </a:r>
            <a:r>
              <a:rPr lang="en-US" dirty="0"/>
              <a:t> is a way for a </a:t>
            </a:r>
            <a:r>
              <a:rPr lang="en-US" b="1" dirty="0"/>
              <a:t>user program</a:t>
            </a:r>
            <a:r>
              <a:rPr lang="en-US" dirty="0"/>
              <a:t> (like a C program) to </a:t>
            </a:r>
            <a:r>
              <a:rPr lang="en-US" b="1" dirty="0"/>
              <a:t>request a service from the operating system kernel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</a:t>
            </a:r>
            <a:r>
              <a:rPr lang="en-IN" dirty="0"/>
              <a:t> control</a:t>
            </a:r>
          </a:p>
          <a:p>
            <a:r>
              <a:rPr lang="en-IN" dirty="0"/>
              <a:t>File Management</a:t>
            </a:r>
          </a:p>
          <a:p>
            <a:r>
              <a:rPr lang="en-IN" dirty="0"/>
              <a:t>Information Management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Control </a:t>
            </a:r>
            <a:r>
              <a:rPr dirty="0"/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fork() – create a new process</a:t>
            </a:r>
          </a:p>
          <a:p>
            <a:r>
              <a:rPr lang="en-US" dirty="0"/>
              <a:t>exec() / </a:t>
            </a:r>
            <a:r>
              <a:rPr lang="en-US" dirty="0" err="1"/>
              <a:t>execl</a:t>
            </a:r>
            <a:r>
              <a:rPr lang="en-US" dirty="0"/>
              <a:t>() – execute a new program</a:t>
            </a:r>
          </a:p>
          <a:p>
            <a:r>
              <a:rPr lang="en-US" dirty="0"/>
              <a:t>wait() – wait for child process</a:t>
            </a:r>
          </a:p>
          <a:p>
            <a:r>
              <a:rPr lang="en-IN" dirty="0"/>
              <a:t>exit() – terminate process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Management</a:t>
            </a:r>
            <a:r>
              <a:rPr dirty="0"/>
              <a:t>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open() – open a file</a:t>
            </a:r>
          </a:p>
          <a:p>
            <a:r>
              <a:rPr lang="en-IN" dirty="0"/>
              <a:t>read() – read from file</a:t>
            </a:r>
          </a:p>
          <a:p>
            <a:r>
              <a:rPr lang="en-IN" dirty="0"/>
              <a:t>write() – write to file</a:t>
            </a:r>
          </a:p>
          <a:p>
            <a:r>
              <a:rPr lang="en-IN" dirty="0"/>
              <a:t>close() – close a file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FB70-4052-2E1F-5CCC-2BF227A66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en-IN" dirty="0"/>
              <a:t>Information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02EF7-62FA-FC3B-8CE5-6843FE61A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486" y="2552700"/>
            <a:ext cx="6400800" cy="1752600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Getpid</a:t>
            </a:r>
            <a:r>
              <a:rPr lang="en-IN" dirty="0">
                <a:solidFill>
                  <a:schemeClr val="tx1"/>
                </a:solidFill>
              </a:rPr>
              <a:t>() – get process ID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Getppid</a:t>
            </a:r>
            <a:r>
              <a:rPr lang="en-IN" dirty="0">
                <a:solidFill>
                  <a:schemeClr val="tx1"/>
                </a:solidFill>
              </a:rPr>
              <a:t>() – get parent process ID</a:t>
            </a:r>
          </a:p>
        </p:txBody>
      </p:sp>
    </p:spTree>
    <p:extLst>
      <p:ext uri="{BB962C8B-B14F-4D97-AF65-F5344CB8AC3E}">
        <p14:creationId xmlns:p14="http://schemas.microsoft.com/office/powerpoint/2010/main" val="414724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4327-F704-F235-9C50-C3D7F2103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29813" y="154143"/>
            <a:ext cx="6400800" cy="573446"/>
          </a:xfrm>
        </p:spPr>
        <p:txBody>
          <a:bodyPr>
            <a:normAutofit fontScale="90000"/>
          </a:bodyPr>
          <a:lstStyle/>
          <a:p>
            <a:r>
              <a:rPr lang="en-IN" dirty="0"/>
              <a:t>Program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DA745-F7DF-0527-8770-B8F53DBD1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819" y="798871"/>
            <a:ext cx="3908323" cy="412709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IN" sz="4800" dirty="0">
                <a:solidFill>
                  <a:schemeClr val="tx1"/>
                </a:solidFill>
              </a:rPr>
              <a:t>#include &lt;</a:t>
            </a:r>
            <a:r>
              <a:rPr lang="en-IN" sz="4800" dirty="0" err="1">
                <a:solidFill>
                  <a:schemeClr val="tx1"/>
                </a:solidFill>
              </a:rPr>
              <a:t>stdio.h</a:t>
            </a:r>
            <a:r>
              <a:rPr lang="en-IN" sz="4800" dirty="0">
                <a:solidFill>
                  <a:schemeClr val="tx1"/>
                </a:solidFill>
              </a:rPr>
              <a:t>&gt;      //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(), </a:t>
            </a:r>
            <a:r>
              <a:rPr lang="en-IN" sz="4800" dirty="0" err="1">
                <a:solidFill>
                  <a:schemeClr val="tx1"/>
                </a:solidFill>
              </a:rPr>
              <a:t>perror</a:t>
            </a:r>
            <a:r>
              <a:rPr lang="en-IN" sz="48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#include &lt;</a:t>
            </a:r>
            <a:r>
              <a:rPr lang="en-IN" sz="4800" dirty="0" err="1">
                <a:solidFill>
                  <a:schemeClr val="tx1"/>
                </a:solidFill>
              </a:rPr>
              <a:t>unistd.h</a:t>
            </a:r>
            <a:r>
              <a:rPr lang="en-IN" sz="4800" dirty="0">
                <a:solidFill>
                  <a:schemeClr val="tx1"/>
                </a:solidFill>
              </a:rPr>
              <a:t>&gt;     // fork(), </a:t>
            </a:r>
            <a:r>
              <a:rPr lang="en-IN" sz="4800" dirty="0" err="1">
                <a:solidFill>
                  <a:schemeClr val="tx1"/>
                </a:solidFill>
              </a:rPr>
              <a:t>execl</a:t>
            </a:r>
            <a:r>
              <a:rPr lang="en-IN" sz="4800" dirty="0">
                <a:solidFill>
                  <a:schemeClr val="tx1"/>
                </a:solidFill>
              </a:rPr>
              <a:t>(), </a:t>
            </a:r>
            <a:r>
              <a:rPr lang="en-IN" sz="4800" dirty="0" err="1">
                <a:solidFill>
                  <a:schemeClr val="tx1"/>
                </a:solidFill>
              </a:rPr>
              <a:t>getpid</a:t>
            </a:r>
            <a:r>
              <a:rPr lang="en-IN" sz="4800" dirty="0">
                <a:solidFill>
                  <a:schemeClr val="tx1"/>
                </a:solidFill>
              </a:rPr>
              <a:t>(), </a:t>
            </a:r>
            <a:r>
              <a:rPr lang="en-IN" sz="4800" dirty="0" err="1">
                <a:solidFill>
                  <a:schemeClr val="tx1"/>
                </a:solidFill>
              </a:rPr>
              <a:t>getppid</a:t>
            </a:r>
            <a:r>
              <a:rPr lang="en-IN" sz="48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#include &lt;sys/</a:t>
            </a:r>
            <a:r>
              <a:rPr lang="en-IN" sz="4800" dirty="0" err="1">
                <a:solidFill>
                  <a:schemeClr val="tx1"/>
                </a:solidFill>
              </a:rPr>
              <a:t>wait.h</a:t>
            </a:r>
            <a:r>
              <a:rPr lang="en-IN" sz="4800" dirty="0">
                <a:solidFill>
                  <a:schemeClr val="tx1"/>
                </a:solidFill>
              </a:rPr>
              <a:t>&gt;   // wait()</a:t>
            </a:r>
          </a:p>
          <a:p>
            <a:pPr algn="l"/>
            <a:endParaRPr lang="en-IN" sz="4800" dirty="0">
              <a:solidFill>
                <a:schemeClr val="tx1"/>
              </a:solidFill>
            </a:endParaRP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int main() {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</a:t>
            </a:r>
            <a:r>
              <a:rPr lang="en-IN" sz="4800" dirty="0" err="1">
                <a:solidFill>
                  <a:schemeClr val="tx1"/>
                </a:solidFill>
              </a:rPr>
              <a:t>pid_t</a:t>
            </a:r>
            <a:r>
              <a:rPr lang="en-IN" sz="4800" dirty="0">
                <a:solidFill>
                  <a:schemeClr val="tx1"/>
                </a:solidFill>
              </a:rPr>
              <a:t> </a:t>
            </a:r>
            <a:r>
              <a:rPr lang="en-IN" sz="4800" dirty="0" err="1">
                <a:solidFill>
                  <a:schemeClr val="tx1"/>
                </a:solidFill>
              </a:rPr>
              <a:t>pid</a:t>
            </a:r>
            <a:r>
              <a:rPr lang="en-IN" sz="4800" dirty="0">
                <a:solidFill>
                  <a:schemeClr val="tx1"/>
                </a:solidFill>
              </a:rPr>
              <a:t>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</a:t>
            </a:r>
            <a:r>
              <a:rPr lang="en-IN" sz="4800" dirty="0" err="1">
                <a:solidFill>
                  <a:schemeClr val="tx1"/>
                </a:solidFill>
              </a:rPr>
              <a:t>pid</a:t>
            </a:r>
            <a:r>
              <a:rPr lang="en-IN" sz="4800" dirty="0">
                <a:solidFill>
                  <a:schemeClr val="tx1"/>
                </a:solidFill>
              </a:rPr>
              <a:t> = fork();</a:t>
            </a:r>
          </a:p>
          <a:p>
            <a:pPr algn="l"/>
            <a:endParaRPr lang="en-IN" sz="4800" dirty="0">
              <a:solidFill>
                <a:schemeClr val="tx1"/>
              </a:solidFill>
            </a:endParaRP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if (</a:t>
            </a:r>
            <a:r>
              <a:rPr lang="en-IN" sz="4800" dirty="0" err="1">
                <a:solidFill>
                  <a:schemeClr val="tx1"/>
                </a:solidFill>
              </a:rPr>
              <a:t>pid</a:t>
            </a:r>
            <a:r>
              <a:rPr lang="en-IN" sz="4800" dirty="0">
                <a:solidFill>
                  <a:schemeClr val="tx1"/>
                </a:solidFill>
              </a:rPr>
              <a:t> == -1) {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perror</a:t>
            </a:r>
            <a:r>
              <a:rPr lang="en-IN" sz="4800" dirty="0">
                <a:solidFill>
                  <a:schemeClr val="tx1"/>
                </a:solidFill>
              </a:rPr>
              <a:t>("fork");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return 1;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}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else if (</a:t>
            </a:r>
            <a:r>
              <a:rPr lang="en-IN" sz="4800" dirty="0" err="1">
                <a:solidFill>
                  <a:schemeClr val="tx1"/>
                </a:solidFill>
              </a:rPr>
              <a:t>pid</a:t>
            </a:r>
            <a:r>
              <a:rPr lang="en-IN" sz="4800" dirty="0">
                <a:solidFill>
                  <a:schemeClr val="tx1"/>
                </a:solidFill>
              </a:rPr>
              <a:t> == 0) {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// Child process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("Child Process\n");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("Child PID  : %d\n", </a:t>
            </a:r>
            <a:r>
              <a:rPr lang="en-IN" sz="4800" dirty="0" err="1">
                <a:solidFill>
                  <a:schemeClr val="tx1"/>
                </a:solidFill>
              </a:rPr>
              <a:t>getpid</a:t>
            </a:r>
            <a:r>
              <a:rPr lang="en-IN" sz="4800" dirty="0">
                <a:solidFill>
                  <a:schemeClr val="tx1"/>
                </a:solidFill>
              </a:rPr>
              <a:t>());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("Parent PID : %d\n", </a:t>
            </a:r>
            <a:r>
              <a:rPr lang="en-IN" sz="4800" dirty="0" err="1">
                <a:solidFill>
                  <a:schemeClr val="tx1"/>
                </a:solidFill>
              </a:rPr>
              <a:t>getppid</a:t>
            </a:r>
            <a:r>
              <a:rPr lang="en-IN" sz="4800" dirty="0">
                <a:solidFill>
                  <a:schemeClr val="tx1"/>
                </a:solidFill>
              </a:rPr>
              <a:t>());</a:t>
            </a:r>
          </a:p>
          <a:p>
            <a:pPr algn="l"/>
            <a:endParaRPr lang="en-IN" sz="4800" dirty="0">
              <a:solidFill>
                <a:schemeClr val="tx1"/>
              </a:solidFill>
            </a:endParaRP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execl</a:t>
            </a:r>
            <a:r>
              <a:rPr lang="en-IN" sz="4800" dirty="0">
                <a:solidFill>
                  <a:schemeClr val="tx1"/>
                </a:solidFill>
              </a:rPr>
              <a:t>("/bin/ls", "ls", "-l", NULL);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}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else {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// Parent process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("Parent Process\n");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("Parent PID : %d\n", </a:t>
            </a:r>
            <a:r>
              <a:rPr lang="en-IN" sz="4800" dirty="0" err="1">
                <a:solidFill>
                  <a:schemeClr val="tx1"/>
                </a:solidFill>
              </a:rPr>
              <a:t>getpid</a:t>
            </a:r>
            <a:r>
              <a:rPr lang="en-IN" sz="4800" dirty="0">
                <a:solidFill>
                  <a:schemeClr val="tx1"/>
                </a:solidFill>
              </a:rPr>
              <a:t>());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("Child PID  : %d\n", </a:t>
            </a:r>
            <a:r>
              <a:rPr lang="en-IN" sz="4800" dirty="0" err="1">
                <a:solidFill>
                  <a:schemeClr val="tx1"/>
                </a:solidFill>
              </a:rPr>
              <a:t>pid</a:t>
            </a:r>
            <a:r>
              <a:rPr lang="en-IN" sz="4800" dirty="0">
                <a:solidFill>
                  <a:schemeClr val="tx1"/>
                </a:solidFill>
              </a:rPr>
              <a:t>);</a:t>
            </a:r>
          </a:p>
          <a:p>
            <a:pPr algn="l"/>
            <a:endParaRPr lang="en-IN" sz="4800" dirty="0">
              <a:solidFill>
                <a:schemeClr val="tx1"/>
              </a:solidFill>
            </a:endParaRP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wait(NULL);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    </a:t>
            </a:r>
            <a:r>
              <a:rPr lang="en-IN" sz="4800" dirty="0" err="1">
                <a:solidFill>
                  <a:schemeClr val="tx1"/>
                </a:solidFill>
              </a:rPr>
              <a:t>printf</a:t>
            </a:r>
            <a:r>
              <a:rPr lang="en-IN" sz="4800" dirty="0">
                <a:solidFill>
                  <a:schemeClr val="tx1"/>
                </a:solidFill>
              </a:rPr>
              <a:t>("Child process finished\n");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}</a:t>
            </a:r>
          </a:p>
          <a:p>
            <a:pPr algn="l"/>
            <a:endParaRPr lang="en-IN" sz="4800" dirty="0">
              <a:solidFill>
                <a:schemeClr val="tx1"/>
              </a:solidFill>
            </a:endParaRP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    return 0;</a:t>
            </a:r>
          </a:p>
          <a:p>
            <a:pPr algn="l"/>
            <a:r>
              <a:rPr lang="en-IN" sz="4800" dirty="0">
                <a:solidFill>
                  <a:schemeClr val="tx1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723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85C8E4-D18A-0794-1547-A0B14833E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3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8736B-B447-FA18-F376-40FE8149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48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calls enable secure OS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357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Exploration of System Calls using Linux</vt:lpstr>
      <vt:lpstr>What is a System Call?</vt:lpstr>
      <vt:lpstr>Types of System Calls</vt:lpstr>
      <vt:lpstr>Process Control System Calls</vt:lpstr>
      <vt:lpstr>File Management System Calls</vt:lpstr>
      <vt:lpstr>Information Management</vt:lpstr>
      <vt:lpstr>Program :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Lisha Shashi</dc:creator>
  <cp:keywords/>
  <dc:description>generated using python-pptx</dc:description>
  <cp:lastModifiedBy>Lisha Shashi</cp:lastModifiedBy>
  <cp:revision>2</cp:revision>
  <dcterms:created xsi:type="dcterms:W3CDTF">2013-01-27T09:14:16Z</dcterms:created>
  <dcterms:modified xsi:type="dcterms:W3CDTF">2026-01-07T08:59:12Z</dcterms:modified>
  <cp:category/>
</cp:coreProperties>
</file>